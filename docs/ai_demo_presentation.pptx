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-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1162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I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6400800" y="457200"/>
            <a:ext cx="2286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594360"/>
            <a:ext cx="182880" cy="45720"/>
          </a:xfrm>
          <a:prstGeom prst="rect">
            <a:avLst/>
          </a:prstGeom>
          <a:solidFill>
            <a:srgbClr val="EC489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0"/>
            <a:ext cx="18288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12700">
            <a:solidFill>
              <a:srgbClr val="1E2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AURA-X-KYS // ARCHITECTURE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4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解决你的重复劳动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7315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构建高质 AI 编程工作流 · AURA-X-KYS 架构规范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11162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 I S T O R Y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历史演进：从辅助到自主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25400">
            <a:solidFill>
              <a:srgbClr val="1E24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1460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645920"/>
            <a:ext cx="0" cy="868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轻量插件级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基于统计预测单词与单行代码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51460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2606040"/>
            <a:ext cx="0" cy="86868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828800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网页外挂级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114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LLM 涌现，需人工搬运代码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51460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1645920"/>
            <a:ext cx="0" cy="86868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1097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 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5468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组件融合型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内联幽灵文本, 引入代码库片段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5146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49240" y="2606040"/>
            <a:ext cx="0" cy="86868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54880" y="3566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AI原生IDE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114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代码库穿透, Diff直接呈现应用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2514600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12280" y="1645920"/>
            <a:ext cx="0" cy="868680"/>
          </a:xfrm>
          <a:prstGeom prst="line">
            <a:avLst/>
          </a:prstGeom>
          <a:noFill/>
          <a:ln w="19050">
            <a:solidFill>
              <a:srgbClr val="EC4899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217920" y="1097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尾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076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自主 Agent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8932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拆分规划及自行调试闭环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11162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 O O L S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核心开发阵列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Cursor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标杆生态位，基于 VS Code，无缝继承其历史资产。支持强上下文及 Composer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463040"/>
            <a:ext cx="54864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Windsurf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Cascade 实时深层分析，无缝协同双引擎，补全流体质感优秀。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46304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Trae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字节强推工具网络，国内专线模型支持，极优的使用稳定性。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Antigravity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强自由度 Agent 编码框架，自我推演、验证修正与执行落地。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3108960"/>
            <a:ext cx="54864" cy="1371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Void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主打隐私与本地硬件调优环境，完全无遥测的开源终端生态。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560320" cy="13716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3108960"/>
            <a:ext cx="54864" cy="13716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Warp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颠覆型终端交互革命，以块状记录(Block)拆解命令执行。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57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11162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 O N C E P T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全栈 AI 规则资产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43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Rules (基础规范)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0" y="1417320"/>
            <a:ext cx="4754880" cy="9144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417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定义底座参数: 项目架构、目录守则与编写基准。彻底消除 AI 在多轮迭代中发生的上下文漂移或代码风格异化危险。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43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MCP (组件引擎)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2514600"/>
            <a:ext cx="4754880" cy="9144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5146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赋予实证能力: 通过标准化通信接口接管系统大核心环境（文件树、外部私库、CLI）。暴力打破长久以来的预测黑盒状态。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43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</a:rPr>
              <a:t>Skills (指令原子)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3611880"/>
            <a:ext cx="4754880" cy="91440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6118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提炼最佳实践: 将复杂排障、提测脚本等高频动作模块化。封装标准执行动作，断绝对每次回答产生的随机不确定性。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11162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 U L E S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团队协同方法范式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角色彻底倒置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</a:rPr>
              <a:t>团队需舍弃“微观造砖者”执念，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</a:rPr>
              <a:t>走向“顶层架构师与防腐审查官”。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4480560" cy="3291840"/>
          </a:xfrm>
          <a:prstGeom prst="rect">
            <a:avLst/>
          </a:prstGeom>
          <a:solidFill>
            <a:srgbClr val="131826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169164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自顶向下, 结构先行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绝对要求首先敲定接口规约与数据流表，封杀 AI 发散式的底层构想。然后才可交予其进行颗粒填补。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微粒度拆解与止损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拆解的诉求应无限趋小。一旦发现反馈偏离正确象限，必须绝对回退 Git 指针，不可任由幻觉污染。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70332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强化极端域防腐审查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931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AI代码只是逻辑速写。合并审查人员必当对其进行最严苛的异常攻击研判。安全基线由人来守住。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2026-04-03T08:51:55Z</dcterms:created>
  <dcterms:modified xsi:type="dcterms:W3CDTF">2026-04-03T08:51:55Z</dcterms:modified>
</cp:coreProperties>
</file>